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29.247325055002815</c:v>
                </c:pt>
                <c:pt idx="1">
                  <c:v>20.406197386547248</c:v>
                </c:pt>
                <c:pt idx="2">
                  <c:v>32.28399853457024</c:v>
                </c:pt>
                <c:pt idx="3">
                  <c:v>26.54639948399945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100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200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230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100 million (USD 2.1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in 12 equal quarterly instalments of EGP 19.17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+44% retail, +50% offices; offices +112% on today's asking, about 18%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89%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98%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244 million; if sales slip 12 months with prices 10% lower it is EGP 849 million. Jalour will cover gaps above project cash from its cash reserves and cash from other projects it is constructing.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3.5x on a pooled-cash basis; net cash flow alone covers it in 8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100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100 million)</dc:title>
  <dc:subject>Strictly private and confidential</dc:subject>
  <dc:creator>Jalour Developments</dc:creator>
  <cp:lastModifiedBy>Jalour Developments</cp:lastModifiedBy>
  <cp:revision>1</cp:revision>
  <dcterms:created xsi:type="dcterms:W3CDTF">2026-10-08T07:56:57Z</dcterms:created>
  <dcterms:modified xsi:type="dcterms:W3CDTF">2026-10-08T07:56:57Z</dcterms:modified>
</cp:coreProperties>
</file>