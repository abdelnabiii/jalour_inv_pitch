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26.402990671961263</c:v>
                </c:pt>
                <c:pt idx="1">
                  <c:v>18.64016056724076</c:v>
                </c:pt>
                <c:pt idx="2">
                  <c:v>29.19928386686741</c:v>
                </c:pt>
                <c:pt idx="3">
                  <c:v>26.546399483999473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75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150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173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75 million (USD 1.6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in 12 equal quarterly instalments of EGP 14.38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+33% retail, +48% offices; offices +77% on today's asking, about 15%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14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75.0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66%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38.0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73%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If delivery payments arrive at handover the peak shortage is EGP 269 million; if sales slip 12 months with prices 10% lower it is EGP 441 million. Jalour will cover gaps above project cash from its cash reserves and cash from other projects it is constructing.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150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173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5.5x on a pooled-cash basis; net cash flow alone covers it in 4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75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75 million)</dc:title>
  <dc:subject>Strictly private and confidential</dc:subject>
  <dc:creator>Jalour Developments</dc:creator>
  <cp:lastModifiedBy>Jalour Developments</cp:lastModifiedBy>
  <cp:revision>1</cp:revision>
  <dcterms:created xsi:type="dcterms:W3CDTF">2026-10-08T07:54:59Z</dcterms:created>
  <dcterms:modified xsi:type="dcterms:W3CDTF">2026-10-08T07:54:59Z</dcterms:modified>
</cp:coreProperties>
</file>