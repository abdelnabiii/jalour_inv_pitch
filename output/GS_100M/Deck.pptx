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26.40299067196127</c:v>
                </c:pt>
                <c:pt idx="1">
                  <c:v>18.640160567240756</c:v>
                </c:pt>
                <c:pt idx="2">
                  <c:v>29.19928386686741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100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200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230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100 million (USD 2.1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in 12 equal quarterly instalments of EGP 19.17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+33% retail, +48%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89%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98%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3.0x on a pooled-cash basis; net cash flow alone covers it in 3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100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100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2026-10-07T13:52:26Z</dcterms:created>
  <dcterms:modified xsi:type="dcterms:W3CDTF">2026-10-07T13:52:26Z</dcterms:modified>
</cp:coreProperties>
</file>