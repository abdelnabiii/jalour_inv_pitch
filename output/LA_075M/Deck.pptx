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29.247325055002825</c:v>
                </c:pt>
                <c:pt idx="1">
                  <c:v>20.406197386547255</c:v>
                </c:pt>
                <c:pt idx="2">
                  <c:v>32.283998534570216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75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150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173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75 million (USD 1.6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in 12 equal quarterly instalments of EGP 14.38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+44% retail, +50%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75.0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37.5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33%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74%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244 million; if sales slip 12 months with prices 10% lower it is EGP 849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2.9x on a pooled-cash basis; net cash flow alone covers it in 9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75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75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2026-10-07T13:53:04Z</dcterms:created>
  <dcterms:modified xsi:type="dcterms:W3CDTF">2026-10-07T13:53:04Z</dcterms:modified>
</cp:coreProperties>
</file>